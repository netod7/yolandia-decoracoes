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51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3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5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aptura_de_ecrã_2026-07-14_1106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Office PowerPoint</Application>
  <PresentationFormat>Ecrã Panorâmico</PresentationFormat>
  <Paragraphs>18</Paragraphs>
  <Slides>18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Delcio Neto</cp:lastModifiedBy>
  <cp:revision>1</cp:revision>
  <dcterms:created xsi:type="dcterms:W3CDTF">2026-07-14T10:16:26Z</dcterms:created>
  <dcterms:modified xsi:type="dcterms:W3CDTF">2026-07-14T10:18:10Z</dcterms:modified>
</cp:coreProperties>
</file>